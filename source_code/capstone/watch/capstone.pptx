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0" r:id="rId2"/>
    <p:sldId id="659" r:id="rId3"/>
    <p:sldId id="713" r:id="rId4"/>
    <p:sldId id="715" r:id="rId5"/>
    <p:sldId id="717" r:id="rId6"/>
    <p:sldId id="714" r:id="rId7"/>
    <p:sldId id="716" r:id="rId8"/>
    <p:sldId id="718" r:id="rId9"/>
    <p:sldId id="71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659"/>
            <p14:sldId id="713"/>
            <p14:sldId id="715"/>
            <p14:sldId id="717"/>
            <p14:sldId id="714"/>
            <p14:sldId id="716"/>
            <p14:sldId id="718"/>
            <p14:sldId id="7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9"/>
    <a:srgbClr val="1DCAD3"/>
    <a:srgbClr val="147ED1"/>
    <a:srgbClr val="147BD1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79056" autoAdjust="0"/>
  </p:normalViewPr>
  <p:slideViewPr>
    <p:cSldViewPr snapToGrid="0" showGuides="1">
      <p:cViewPr varScale="1">
        <p:scale>
          <a:sx n="114" d="100"/>
          <a:sy n="114" d="100"/>
        </p:scale>
        <p:origin x="132" y="31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3" d="100"/>
          <a:sy n="123" d="100"/>
        </p:scale>
        <p:origin x="24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4527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8666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3513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2098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207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0854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6836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5.gi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1CFEA-8870-7DAA-E9D9-0153330F92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09" y="196937"/>
            <a:ext cx="1185562" cy="224451"/>
          </a:xfrm>
          <a:prstGeom prst="rect">
            <a:avLst/>
          </a:prstGeom>
        </p:spPr>
      </p:pic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068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601D2-EC58-C9D9-66C5-E3C75078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ko-KR" altLang="en-US" dirty="0"/>
              <a:t>마스터 제목 스타일 편집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F62F2-10CB-21B8-E968-6E1F717F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0563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CA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75F2A-690B-8E35-55A5-09EC8C98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FD73-F43C-4CEC-A4BC-4F63297EBA95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0777A-56DA-4165-A342-6D195714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3C9D3-AB74-5CC7-9BFB-48CE3DFE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3B5-75D4-45EF-8263-FECEAD7B51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9227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4" r:id="rId13"/>
    <p:sldLayoutId id="2147483675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7689344" cy="442446"/>
          </a:xfrm>
        </p:spPr>
        <p:txBody>
          <a:bodyPr/>
          <a:lstStyle/>
          <a:p>
            <a: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  <a:t>SoC101</a:t>
            </a:r>
            <a:br>
              <a:rPr lang="en-US" altLang="ko-KR" dirty="0">
                <a:latin typeface="+mj-lt"/>
              </a:rPr>
            </a:b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5" y="5159080"/>
            <a:ext cx="7689344" cy="438950"/>
          </a:xfrm>
        </p:spPr>
        <p:txBody>
          <a:bodyPr/>
          <a:lstStyle/>
          <a:p>
            <a:r>
              <a:rPr lang="en-US" altLang="ko-KR" dirty="0"/>
              <a:t>Capstone : Clock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Clock Making</a:t>
            </a:r>
          </a:p>
        </p:txBody>
      </p:sp>
    </p:spTree>
    <p:extLst>
      <p:ext uri="{BB962C8B-B14F-4D97-AF65-F5344CB8AC3E}">
        <p14:creationId xmlns:p14="http://schemas.microsoft.com/office/powerpoint/2010/main" val="378849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Capstone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Specification</a:t>
            </a:r>
            <a:endParaRPr lang="en-CA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3F13B5-C23D-45B9-B599-518D49A96A6F}"/>
              </a:ext>
            </a:extLst>
          </p:cNvPr>
          <p:cNvSpPr/>
          <p:nvPr/>
        </p:nvSpPr>
        <p:spPr>
          <a:xfrm>
            <a:off x="1459685" y="1648437"/>
            <a:ext cx="8825218" cy="418191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40B0D-0A9E-44D1-B75A-F000146F17DA}"/>
              </a:ext>
            </a:extLst>
          </p:cNvPr>
          <p:cNvSpPr txBox="1"/>
          <p:nvPr/>
        </p:nvSpPr>
        <p:spPr>
          <a:xfrm>
            <a:off x="8959442" y="1350628"/>
            <a:ext cx="158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top_watch</a:t>
            </a:r>
            <a:endParaRPr lang="en-US" b="1" i="1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DFD5F48-4DE9-447C-91A6-EE6E7F1FB670}"/>
              </a:ext>
            </a:extLst>
          </p:cNvPr>
          <p:cNvSpPr/>
          <p:nvPr/>
        </p:nvSpPr>
        <p:spPr>
          <a:xfrm>
            <a:off x="427839" y="3429000"/>
            <a:ext cx="536895" cy="5138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872BA75-8569-446C-83A3-8BA86C8F2A14}"/>
              </a:ext>
            </a:extLst>
          </p:cNvPr>
          <p:cNvSpPr/>
          <p:nvPr/>
        </p:nvSpPr>
        <p:spPr>
          <a:xfrm>
            <a:off x="10732315" y="3324487"/>
            <a:ext cx="536895" cy="5138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D6D95-5A58-43A3-A91B-B0FDAEFF8352}"/>
              </a:ext>
            </a:extLst>
          </p:cNvPr>
          <p:cNvSpPr txBox="1"/>
          <p:nvPr/>
        </p:nvSpPr>
        <p:spPr>
          <a:xfrm>
            <a:off x="427839" y="2841493"/>
            <a:ext cx="889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clk</a:t>
            </a:r>
            <a:endParaRPr lang="en-US" sz="1400" b="1" dirty="0"/>
          </a:p>
          <a:p>
            <a:r>
              <a:rPr lang="en-US" sz="1400" b="1" dirty="0" err="1"/>
              <a:t>rst_n</a:t>
            </a:r>
            <a:endParaRPr 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86B3A-FE2D-4EBD-B50A-DAA2B7FEC439}"/>
              </a:ext>
            </a:extLst>
          </p:cNvPr>
          <p:cNvSpPr txBox="1"/>
          <p:nvPr/>
        </p:nvSpPr>
        <p:spPr>
          <a:xfrm>
            <a:off x="322976" y="4024240"/>
            <a:ext cx="1522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i_start_clock</a:t>
            </a:r>
            <a:endParaRPr lang="en-US" sz="1400" b="1" dirty="0"/>
          </a:p>
          <a:p>
            <a:r>
              <a:rPr lang="en-US" sz="1400" b="1" dirty="0" err="1"/>
              <a:t>i_set_freq</a:t>
            </a:r>
            <a:endParaRPr lang="en-US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7E48B4-3396-4F9D-9230-97A39F79219F}"/>
              </a:ext>
            </a:extLst>
          </p:cNvPr>
          <p:cNvSpPr txBox="1"/>
          <p:nvPr/>
        </p:nvSpPr>
        <p:spPr>
          <a:xfrm>
            <a:off x="10589701" y="3942826"/>
            <a:ext cx="8892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o_sec</a:t>
            </a:r>
            <a:endParaRPr lang="en-US" sz="1400" b="1" dirty="0"/>
          </a:p>
          <a:p>
            <a:r>
              <a:rPr lang="en-US" sz="1400" b="1" dirty="0" err="1"/>
              <a:t>o_min</a:t>
            </a:r>
            <a:endParaRPr lang="en-US" sz="1400" b="1" dirty="0"/>
          </a:p>
          <a:p>
            <a:r>
              <a:rPr lang="en-US" sz="1400" b="1" dirty="0" err="1"/>
              <a:t>o_hour</a:t>
            </a:r>
            <a:endParaRPr lang="en-US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BABCA8-F061-4B2C-88AD-DA3B56611FA7}"/>
              </a:ext>
            </a:extLst>
          </p:cNvPr>
          <p:cNvSpPr/>
          <p:nvPr/>
        </p:nvSpPr>
        <p:spPr>
          <a:xfrm>
            <a:off x="3095538" y="2667699"/>
            <a:ext cx="2046913" cy="201379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B503DD-85B4-455D-B221-0D4C417B3F2E}"/>
              </a:ext>
            </a:extLst>
          </p:cNvPr>
          <p:cNvCxnSpPr/>
          <p:nvPr/>
        </p:nvCxnSpPr>
        <p:spPr>
          <a:xfrm>
            <a:off x="2877424" y="3003259"/>
            <a:ext cx="21811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04CAFE-1509-4D02-A1E8-DA5ABC1CB933}"/>
              </a:ext>
            </a:extLst>
          </p:cNvPr>
          <p:cNvCxnSpPr/>
          <p:nvPr/>
        </p:nvCxnSpPr>
        <p:spPr>
          <a:xfrm>
            <a:off x="2877424" y="3493665"/>
            <a:ext cx="21811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FDFC8D-751D-4C0D-A158-3FF0B4E232B7}"/>
              </a:ext>
            </a:extLst>
          </p:cNvPr>
          <p:cNvCxnSpPr/>
          <p:nvPr/>
        </p:nvCxnSpPr>
        <p:spPr>
          <a:xfrm>
            <a:off x="2877424" y="3942826"/>
            <a:ext cx="21811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AAC6B1-7666-401D-BD27-3C9097EFDE78}"/>
              </a:ext>
            </a:extLst>
          </p:cNvPr>
          <p:cNvCxnSpPr/>
          <p:nvPr/>
        </p:nvCxnSpPr>
        <p:spPr>
          <a:xfrm>
            <a:off x="2877424" y="4391637"/>
            <a:ext cx="21811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DCF7E0-84A3-47B1-84AC-C6742A0BB11C}"/>
              </a:ext>
            </a:extLst>
          </p:cNvPr>
          <p:cNvCxnSpPr/>
          <p:nvPr/>
        </p:nvCxnSpPr>
        <p:spPr>
          <a:xfrm>
            <a:off x="5142451" y="3675777"/>
            <a:ext cx="21811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26BF21D-96DE-4CD6-B493-33CCFC64866D}"/>
              </a:ext>
            </a:extLst>
          </p:cNvPr>
          <p:cNvSpPr txBox="1"/>
          <p:nvPr/>
        </p:nvSpPr>
        <p:spPr>
          <a:xfrm>
            <a:off x="3095538" y="2866474"/>
            <a:ext cx="862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clk</a:t>
            </a:r>
            <a:endParaRPr 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882D6E-73C3-4C92-AF49-54313EDBA06C}"/>
              </a:ext>
            </a:extLst>
          </p:cNvPr>
          <p:cNvSpPr txBox="1"/>
          <p:nvPr/>
        </p:nvSpPr>
        <p:spPr>
          <a:xfrm>
            <a:off x="3095538" y="3364335"/>
            <a:ext cx="862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rst_n</a:t>
            </a:r>
            <a:endParaRPr lang="en-US" sz="1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03EF9D-20AD-4D85-BDB0-6A8C9B80223D}"/>
              </a:ext>
            </a:extLst>
          </p:cNvPr>
          <p:cNvSpPr txBox="1"/>
          <p:nvPr/>
        </p:nvSpPr>
        <p:spPr>
          <a:xfrm>
            <a:off x="3095538" y="3801530"/>
            <a:ext cx="11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i_start_clock</a:t>
            </a:r>
            <a:endParaRPr 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2711A8-0676-4F06-9ECD-87F52D2D0229}"/>
              </a:ext>
            </a:extLst>
          </p:cNvPr>
          <p:cNvSpPr txBox="1"/>
          <p:nvPr/>
        </p:nvSpPr>
        <p:spPr>
          <a:xfrm>
            <a:off x="3091345" y="4221296"/>
            <a:ext cx="11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i_set_freq</a:t>
            </a:r>
            <a:endParaRPr lang="en-US" sz="12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79C203-9537-445F-89AD-754E5F750EB4}"/>
              </a:ext>
            </a:extLst>
          </p:cNvPr>
          <p:cNvSpPr txBox="1"/>
          <p:nvPr/>
        </p:nvSpPr>
        <p:spPr>
          <a:xfrm>
            <a:off x="4194501" y="3479835"/>
            <a:ext cx="11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o_one_sec</a:t>
            </a:r>
            <a:endParaRPr lang="en-US" sz="1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ECF716-4F50-47D8-A3E9-898E67B93595}"/>
              </a:ext>
            </a:extLst>
          </p:cNvPr>
          <p:cNvSpPr txBox="1"/>
          <p:nvPr/>
        </p:nvSpPr>
        <p:spPr>
          <a:xfrm>
            <a:off x="3326234" y="2436315"/>
            <a:ext cx="158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gen_one_sec</a:t>
            </a:r>
            <a:endParaRPr lang="en-US" b="1" i="1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61178F-334B-4916-8558-BB00BEDC0F44}"/>
              </a:ext>
            </a:extLst>
          </p:cNvPr>
          <p:cNvCxnSpPr>
            <a:cxnSpLocks/>
          </p:cNvCxnSpPr>
          <p:nvPr/>
        </p:nvCxnSpPr>
        <p:spPr>
          <a:xfrm>
            <a:off x="5377343" y="3685913"/>
            <a:ext cx="805343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0F06C26-D4FD-44A8-8B8C-2E64EB0618F0}"/>
              </a:ext>
            </a:extLst>
          </p:cNvPr>
          <p:cNvSpPr txBox="1"/>
          <p:nvPr/>
        </p:nvSpPr>
        <p:spPr>
          <a:xfrm>
            <a:off x="5257806" y="3733220"/>
            <a:ext cx="11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w_o_one_sec</a:t>
            </a:r>
            <a:endParaRPr lang="en-US" sz="12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DEA4DF-4A00-42F3-952B-BA1EBB25A279}"/>
              </a:ext>
            </a:extLst>
          </p:cNvPr>
          <p:cNvSpPr/>
          <p:nvPr/>
        </p:nvSpPr>
        <p:spPr>
          <a:xfrm>
            <a:off x="7667538" y="2147582"/>
            <a:ext cx="1006679" cy="8556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8BA2B8-89B1-42DC-A7BD-4D36775060ED}"/>
              </a:ext>
            </a:extLst>
          </p:cNvPr>
          <p:cNvSpPr/>
          <p:nvPr/>
        </p:nvSpPr>
        <p:spPr>
          <a:xfrm>
            <a:off x="7667538" y="3305381"/>
            <a:ext cx="1006679" cy="8556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B57041-639C-4B78-AE3A-B204D5B5A5A0}"/>
              </a:ext>
            </a:extLst>
          </p:cNvPr>
          <p:cNvSpPr/>
          <p:nvPr/>
        </p:nvSpPr>
        <p:spPr>
          <a:xfrm>
            <a:off x="7667538" y="4498295"/>
            <a:ext cx="1006679" cy="8556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F644D0B-79B7-4A19-AE55-C64683DEDA04}"/>
              </a:ext>
            </a:extLst>
          </p:cNvPr>
          <p:cNvCxnSpPr/>
          <p:nvPr/>
        </p:nvCxnSpPr>
        <p:spPr>
          <a:xfrm flipV="1">
            <a:off x="6182686" y="2575420"/>
            <a:ext cx="1484852" cy="109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B26E90F-F10D-43DA-B522-167BF7997533}"/>
              </a:ext>
            </a:extLst>
          </p:cNvPr>
          <p:cNvCxnSpPr/>
          <p:nvPr/>
        </p:nvCxnSpPr>
        <p:spPr>
          <a:xfrm>
            <a:off x="6182686" y="3685913"/>
            <a:ext cx="14848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D1B8C6-A2AC-4F95-947A-6F76A9C3D670}"/>
              </a:ext>
            </a:extLst>
          </p:cNvPr>
          <p:cNvCxnSpPr/>
          <p:nvPr/>
        </p:nvCxnSpPr>
        <p:spPr>
          <a:xfrm>
            <a:off x="6182686" y="3685913"/>
            <a:ext cx="1484852" cy="1240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E35AD0E-311A-4ECF-A48F-C6F2C1B65844}"/>
              </a:ext>
            </a:extLst>
          </p:cNvPr>
          <p:cNvSpPr txBox="1"/>
          <p:nvPr/>
        </p:nvSpPr>
        <p:spPr>
          <a:xfrm>
            <a:off x="7646567" y="2445694"/>
            <a:ext cx="1291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Second Block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A4056E-1409-4974-A8C7-25053B8CFD48}"/>
              </a:ext>
            </a:extLst>
          </p:cNvPr>
          <p:cNvSpPr txBox="1"/>
          <p:nvPr/>
        </p:nvSpPr>
        <p:spPr>
          <a:xfrm>
            <a:off x="7646567" y="3578127"/>
            <a:ext cx="1291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Minute Block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B3E510-FE57-4FDC-A4D0-E30A28BC87EA}"/>
              </a:ext>
            </a:extLst>
          </p:cNvPr>
          <p:cNvSpPr txBox="1"/>
          <p:nvPr/>
        </p:nvSpPr>
        <p:spPr>
          <a:xfrm>
            <a:off x="7646567" y="4748823"/>
            <a:ext cx="1291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Hour Block</a:t>
            </a:r>
          </a:p>
        </p:txBody>
      </p:sp>
    </p:spTree>
    <p:extLst>
      <p:ext uri="{BB962C8B-B14F-4D97-AF65-F5344CB8AC3E}">
        <p14:creationId xmlns:p14="http://schemas.microsoft.com/office/powerpoint/2010/main" val="3845745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DUT1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Generate 1 second</a:t>
            </a:r>
            <a:endParaRPr lang="en-CA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16A8FD-740E-418C-9288-6BD08D9BB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70" y="1695886"/>
            <a:ext cx="4514850" cy="3600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ADF0BD-1B16-4CDB-B7F6-90DB9E748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562" y="1695886"/>
            <a:ext cx="4524375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Testbench for DUT1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68B4F2-8600-4976-9654-82FA7C36F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35017"/>
            <a:ext cx="5715000" cy="4857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F2AF62-A277-4C12-B611-A0A8A4E0B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824" y="1235017"/>
            <a:ext cx="568642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19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5C10B-FE32-0C97-4059-C66A70977A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9854" y="311490"/>
            <a:ext cx="10515600" cy="620713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Waveform for DUT1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0D268B-20DE-447F-CEC8-3F3021FC82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0118" y="1053663"/>
            <a:ext cx="10515600" cy="5056188"/>
          </a:xfrm>
        </p:spPr>
        <p:txBody>
          <a:bodyPr/>
          <a:lstStyle/>
          <a:p>
            <a:pPr marL="0" indent="0">
              <a:buNone/>
            </a:pPr>
            <a:endParaRPr lang="en-CA" altLang="ko-KR" dirty="0"/>
          </a:p>
          <a:p>
            <a:pPr lvl="1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43F6D9-583A-4D32-9428-6B81DE510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84079"/>
            <a:ext cx="12192000" cy="181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12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DUT2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TOP Moule(Generate minute and hour)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441F41-D1D7-4FB3-982A-37CA10344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46" y="929714"/>
            <a:ext cx="3651127" cy="53186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DC0B45-AAA0-4B66-BFEB-963CB67A3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857" y="929714"/>
            <a:ext cx="3722038" cy="535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44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Testbench for DUT2</a:t>
            </a:r>
            <a:endParaRPr lang="en-CA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C0A7F-6233-40BC-A78F-3CDA4F439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985" y="1000168"/>
            <a:ext cx="3551064" cy="52244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4FF622-6574-4280-9B55-80FD98261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710" y="1000168"/>
            <a:ext cx="4126259" cy="446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66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5C10B-FE32-0C97-4059-C66A70977A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9854" y="311490"/>
            <a:ext cx="10515600" cy="620713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Waveform for DUT2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0D268B-20DE-447F-CEC8-3F3021FC82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0118" y="1053663"/>
            <a:ext cx="10515600" cy="5056188"/>
          </a:xfrm>
        </p:spPr>
        <p:txBody>
          <a:bodyPr/>
          <a:lstStyle/>
          <a:p>
            <a:pPr marL="0" indent="0">
              <a:buNone/>
            </a:pPr>
            <a:endParaRPr lang="en-CA" altLang="ko-KR" dirty="0"/>
          </a:p>
          <a:p>
            <a:pPr lvl="1"/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C42AD-7D80-4DE5-B43E-A7AE95F8D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3844"/>
            <a:ext cx="12192000" cy="273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5758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12112</TotalTime>
  <Words>108</Words>
  <Application>Microsoft Office PowerPoint</Application>
  <PresentationFormat>Widescreen</PresentationFormat>
  <Paragraphs>36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맑은 고딕</vt:lpstr>
      <vt:lpstr>나눔스퀘어 네오 Regular</vt:lpstr>
      <vt:lpstr>Arial</vt:lpstr>
      <vt:lpstr>Office 테마</vt:lpstr>
      <vt:lpstr>SoC101 </vt:lpstr>
      <vt:lpstr>PowerPoint Presentation</vt:lpstr>
      <vt:lpstr>Capstone : Specification</vt:lpstr>
      <vt:lpstr>DUT1 : Generate 1 second</vt:lpstr>
      <vt:lpstr>Testbench for DUT1</vt:lpstr>
      <vt:lpstr>Waveform for DUT1</vt:lpstr>
      <vt:lpstr>DUT2 : TOP Moule(Generate minute and hour)</vt:lpstr>
      <vt:lpstr>Testbench for DUT2</vt:lpstr>
      <vt:lpstr>Waveform for DUT2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FPGA</dc:title>
  <dc:creator>Seungan Woo</dc:creator>
  <cp:lastModifiedBy> 우승안</cp:lastModifiedBy>
  <cp:revision>692</cp:revision>
  <dcterms:created xsi:type="dcterms:W3CDTF">2024-09-20T05:42:48Z</dcterms:created>
  <dcterms:modified xsi:type="dcterms:W3CDTF">2026-06-09T15:58:26Z</dcterms:modified>
</cp:coreProperties>
</file>